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71" r:id="rId7"/>
    <p:sldId id="272" r:id="rId8"/>
    <p:sldId id="273" r:id="rId9"/>
    <p:sldId id="275" r:id="rId10"/>
    <p:sldId id="268" r:id="rId1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>
      <p:cViewPr varScale="1">
        <p:scale>
          <a:sx n="121" d="100"/>
          <a:sy n="121" d="100"/>
        </p:scale>
        <p:origin x="189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5/18/26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ADED0CA6-0D83-0E59-E8A7-4D29002FEB08}"/>
              </a:ext>
            </a:extLst>
          </p:cNvPr>
          <p:cNvSpPr txBox="1"/>
          <p:nvPr/>
        </p:nvSpPr>
        <p:spPr>
          <a:xfrm>
            <a:off x="0" y="837599"/>
            <a:ext cx="9144000" cy="518280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Youth Mental Wellness Platform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Fine-Tuned BERT for Suicidal Ideation Detection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Samar Chhabra		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	       PN Gokul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	             2210992233		</a:t>
            </a:r>
            <a:r>
              <a:rPr lang="en-US" sz="20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    2210990629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				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Darpan Anand 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0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299236" y="1091658"/>
            <a:ext cx="8545528" cy="526486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Mental health issues among youth are rapidly increasing worldwide, with conditions like anxiety, depression, and suicidal ideation becoming more prevalent.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Many young individuals hesitate to seek help due to social stigma, lack of awareness, or limited access to mental health professionals.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Traditional detection methods rely on manual intervention, making early identification slow, inconsistent, and often inaccessible.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creates an opportunity to leverage advanced Natural Language Processing (NLP) techniques for early detection of mental health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Our proposed system utilizes fine-tuned transformer models like BERT to automatically analyze textual data and identify signs of suicidal ideation.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goal is to enable timely intervention, provide support, and bridge the gap between vulnerable youth and mental health resources.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ED1A-4686-AE92-CA31-3CD513292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552E07A-63DB-B382-7418-CF10249A334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F3F011F-3785-1850-17FA-F7712DBCA23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96F242C-BD36-78AD-19E9-3F215263F5AC}"/>
              </a:ext>
            </a:extLst>
          </p:cNvPr>
          <p:cNvSpPr txBox="1"/>
          <p:nvPr/>
        </p:nvSpPr>
        <p:spPr>
          <a:xfrm>
            <a:off x="457200" y="1176026"/>
            <a:ext cx="8251614" cy="498492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000" dirty="0"/>
              <a:t>The rising prevalence of mental health challenges among young people, coupled with limited access to timely psychological support and persistent social stigma, has created a critical gap in early detection and intervention for at-risk individuals. Traditional methods of identifying suicidal ideation rely heavily on self-reporting, clinical interviews, or manual monitoring by mental health professionals—approaches that are often reactive, resource-intensive, and inaccessible to many youths, especially in low-resource or digitally unmonitored environments.</a:t>
            </a:r>
          </a:p>
          <a:p>
            <a:r>
              <a:rPr lang="en-US" sz="2000" dirty="0"/>
              <a:t>To address this challenge, there is a strong need for an automated, lightweight, and accurate mental wellness platform that leverages advanced natural language processing techniques—such as fine-tuned transformer-based models like BERT—to analyze textual data and identify potential indicators of suicidal ideation. Such a system can enable early intervention, provide real-time support recommendations, and bridge the gap between vulnerable youth and mental health resources, without requiring immediate specialist involvement.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68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0886-3B33-3BB9-2ED2-78158533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FEEF9F0-E910-6453-D481-F26773D9C4E9}"/>
              </a:ext>
            </a:extLst>
          </p:cNvPr>
          <p:cNvSpPr txBox="1"/>
          <p:nvPr/>
        </p:nvSpPr>
        <p:spPr>
          <a:xfrm>
            <a:off x="436179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0488D28-103A-2142-7909-98B53F53C27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375C10B-CCED-B1D3-B340-C9CE8B2DBF52}"/>
              </a:ext>
            </a:extLst>
          </p:cNvPr>
          <p:cNvSpPr txBox="1"/>
          <p:nvPr/>
        </p:nvSpPr>
        <p:spPr>
          <a:xfrm>
            <a:off x="337336" y="968828"/>
            <a:ext cx="8469328" cy="511554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Develop an AI-powered mental wellness platform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Use contextual NLP models for risk detection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Integrate crisis escalation workflow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Ensure privacy-preserving system architecture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58428407-8556-561F-3139-CCB692AF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23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AD4B3-DEE0-3247-6DBE-63BA5181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C12494E-D031-E0F7-84C6-104340726A8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AA463F9-BD05-B702-E3D9-021B3C0A1DB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3B03569-3B2C-773A-2474-3A561991DAA6}"/>
              </a:ext>
            </a:extLst>
          </p:cNvPr>
          <p:cNvSpPr txBox="1"/>
          <p:nvPr/>
        </p:nvSpPr>
        <p:spPr>
          <a:xfrm>
            <a:off x="299236" y="837720"/>
            <a:ext cx="8545528" cy="518086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000" b="1" dirty="0"/>
          </a:p>
          <a:p>
            <a:r>
              <a:rPr lang="en-US" sz="2000" b="1" dirty="0"/>
              <a:t>BERT (Bidirectional Encoder Representations from Transformers)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Developed by Google in 2018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Based on Transformer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Pre-trained on large text datasets (Wikipedia + Books)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Uses bidirectional context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Captures semantic and emotional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Pre-trained on large complex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Fine-tuned for mental health domain adaptation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Fine-tuning allows the model to specialize in identifying subtle suicidal  ideation patterns.</a:t>
            </a:r>
          </a:p>
          <a:p>
            <a:endParaRPr lang="en-US" sz="2000" dirty="0"/>
          </a:p>
          <a:p>
            <a:r>
              <a:rPr lang="en-US" sz="2000" b="1" dirty="0"/>
              <a:t>Key Idea:</a:t>
            </a:r>
          </a:p>
          <a:p>
            <a:r>
              <a:rPr lang="en-US" sz="2000" dirty="0"/>
              <a:t>Unlike traditional models, BERT reads text both left-to-right and</a:t>
            </a:r>
          </a:p>
          <a:p>
            <a:r>
              <a:rPr lang="en-US" sz="2000" dirty="0"/>
              <a:t>right-to-left simultaneously to understand full context.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6695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34AD-32AE-811C-5A3F-E69DBD91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F51CC60-502C-A91B-73A2-503A2C4A8CFF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07DE79A-64EB-FC1B-F243-C344E43EF83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4BAD209-945B-9EF0-9968-358E6BC9F95D}"/>
              </a:ext>
            </a:extLst>
          </p:cNvPr>
          <p:cNvSpPr txBox="1"/>
          <p:nvPr/>
        </p:nvSpPr>
        <p:spPr>
          <a:xfrm>
            <a:off x="446193" y="1151529"/>
            <a:ext cx="8251614" cy="455494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Demonstrates applicability of transformer models in mental health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Proposes a scalable early-detection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Bridges AI research with social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Emphasizes privacy and ethical safeguards</a:t>
            </a:r>
            <a:endParaRPr lang="en-US" sz="2000" b="0" strike="noStrike" spc="-1" dirty="0">
              <a:solidFill>
                <a:srgbClr val="000000"/>
              </a:solidFill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546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37623</TotalTime>
  <Words>517</Words>
  <Application>Microsoft Macintosh PowerPoint</Application>
  <PresentationFormat>On-screen Show (4:3)</PresentationFormat>
  <Paragraphs>90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P N Gokul (IND)</cp:lastModifiedBy>
  <cp:revision>2312</cp:revision>
  <dcterms:created xsi:type="dcterms:W3CDTF">2010-04-09T07:36:15Z</dcterms:created>
  <dcterms:modified xsi:type="dcterms:W3CDTF">2026-05-18T15:32:34Z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